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Inter-regular.fntdata"/><Relationship Id="rId13" Type="http://schemas.openxmlformats.org/officeDocument/2006/relationships/slide" Target="slides/slide8.xml"/><Relationship Id="rId35" Type="http://schemas.openxmlformats.org/officeDocument/2006/relationships/font" Target="fonts/Inter-boldItalic.fntdata"/><Relationship Id="rId12" Type="http://schemas.openxmlformats.org/officeDocument/2006/relationships/slide" Target="slides/slide7.xml"/><Relationship Id="rId34" Type="http://schemas.openxmlformats.org/officeDocument/2006/relationships/font" Target="fonts/Inter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ee30a5963_2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ee30a5963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ee30a5963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ee30a5963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ee30a5963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ee30a5963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e30a5963_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e30a5963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ee30a5963_2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ee30a5963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e30a5963_2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ee30a5963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ee30a5963_2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ee30a5963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e30a5963_2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e30a5963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ee30a5963_2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ee30a5963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ee30a5963_2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ee30a5963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ee30a5963_2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ee30a5963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ee30a5963_2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ee30a5963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ee30a5963_2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ee30a5963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e30a5963_2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ee30a5963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ee30a5963_2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ee30a5963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ee30a5963_2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ee30a5963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ee30a5963_2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ee30a5963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ee30a5963_2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ee30a5963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ee30a5963_2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ee30a5963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ee30a5963_2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ee30a5963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ee30a5963_2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ee30a5963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ee30a5963_2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ee30a5963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ee30a5963_2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ee30a5963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ee30a5963_2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ee30a5963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29300" y="15625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350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9" name="Google Shape;1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94" name="Google Shape;1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99" name="Google Shape;1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/>
          <p:nvPr/>
        </p:nvSpPr>
        <p:spPr>
          <a:xfrm>
            <a:off x="571500" y="15240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7"/>
          <p:cNvSpPr/>
          <p:nvPr/>
        </p:nvSpPr>
        <p:spPr>
          <a:xfrm>
            <a:off x="571500" y="230877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7"/>
          <p:cNvSpPr/>
          <p:nvPr/>
        </p:nvSpPr>
        <p:spPr>
          <a:xfrm>
            <a:off x="571500" y="309354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7"/>
          <p:cNvSpPr/>
          <p:nvPr/>
        </p:nvSpPr>
        <p:spPr>
          <a:xfrm>
            <a:off x="571500" y="387831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7"/>
          <p:cNvSpPr/>
          <p:nvPr/>
        </p:nvSpPr>
        <p:spPr>
          <a:xfrm>
            <a:off x="571500" y="46630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7"/>
          <p:cNvSpPr/>
          <p:nvPr/>
        </p:nvSpPr>
        <p:spPr>
          <a:xfrm>
            <a:off x="571500" y="22992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7"/>
          <p:cNvSpPr/>
          <p:nvPr/>
        </p:nvSpPr>
        <p:spPr>
          <a:xfrm>
            <a:off x="571500" y="22992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571500" y="30840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571500" y="30840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571500" y="3868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7"/>
          <p:cNvSpPr/>
          <p:nvPr/>
        </p:nvSpPr>
        <p:spPr>
          <a:xfrm>
            <a:off x="571500" y="3868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7"/>
          <p:cNvSpPr/>
          <p:nvPr/>
        </p:nvSpPr>
        <p:spPr>
          <a:xfrm>
            <a:off x="571500" y="46535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7"/>
          <p:cNvSpPr/>
          <p:nvPr/>
        </p:nvSpPr>
        <p:spPr>
          <a:xfrm>
            <a:off x="571500" y="46535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571500" y="54383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571500" y="54383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34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7"/>
          <p:cNvSpPr txBox="1"/>
          <p:nvPr/>
        </p:nvSpPr>
        <p:spPr>
          <a:xfrm>
            <a:off x="1666875" y="16668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https://www.cloudns.net/blog/wp-content/uploads/2022/08/Load-balancing.png</a:t>
            </a:r>
            <a:endParaRPr/>
          </a:p>
        </p:txBody>
      </p:sp>
      <p:sp>
        <p:nvSpPr>
          <p:cNvPr id="222" name="Google Shape;222;p37"/>
          <p:cNvSpPr txBox="1"/>
          <p:nvPr/>
        </p:nvSpPr>
        <p:spPr>
          <a:xfrm>
            <a:off x="1666875" y="19125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www.cloudns.net</a:t>
            </a:r>
            <a:endParaRPr/>
          </a:p>
        </p:txBody>
      </p:sp>
      <p:pic>
        <p:nvPicPr>
          <p:cNvPr descr="image.png" id="223" name="Google Shape;22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581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7"/>
          <p:cNvSpPr txBox="1"/>
          <p:nvPr/>
        </p:nvSpPr>
        <p:spPr>
          <a:xfrm>
            <a:off x="1666875" y="24516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https://sucuri.net/wp-content/uploads/2024/06/osi-model.webp</a:t>
            </a:r>
            <a:endParaRPr/>
          </a:p>
        </p:txBody>
      </p:sp>
      <p:sp>
        <p:nvSpPr>
          <p:cNvPr id="225" name="Google Shape;225;p37"/>
          <p:cNvSpPr txBox="1"/>
          <p:nvPr/>
        </p:nvSpPr>
        <p:spPr>
          <a:xfrm>
            <a:off x="1666875" y="26973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sucuri.net</a:t>
            </a:r>
            <a:endParaRPr/>
          </a:p>
        </p:txBody>
      </p:sp>
      <p:pic>
        <p:nvPicPr>
          <p:cNvPr descr="image.png" id="226" name="Google Shape;22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42964"/>
            <a:ext cx="933450" cy="73134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7"/>
          <p:cNvSpPr txBox="1"/>
          <p:nvPr/>
        </p:nvSpPr>
        <p:spPr>
          <a:xfrm>
            <a:off x="1666875" y="32364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https://miro.medium.com/1*4YiKYTkjpRLAfIg23XxPpA.png</a:t>
            </a:r>
            <a:endParaRPr/>
          </a:p>
        </p:txBody>
      </p:sp>
      <p:sp>
        <p:nvSpPr>
          <p:cNvPr id="228" name="Google Shape;228;p37"/>
          <p:cNvSpPr txBox="1"/>
          <p:nvPr/>
        </p:nvSpPr>
        <p:spPr>
          <a:xfrm>
            <a:off x="1666875" y="34821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229" name="Google Shape;229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277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7"/>
          <p:cNvSpPr txBox="1"/>
          <p:nvPr/>
        </p:nvSpPr>
        <p:spPr>
          <a:xfrm>
            <a:off x="1666875" y="402118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https://developer-blogs.nvidia.com/wp-content/uploads/2025/09/Networking-acceleration-png.webp</a:t>
            </a:r>
            <a:endParaRPr/>
          </a:p>
        </p:txBody>
      </p:sp>
      <p:sp>
        <p:nvSpPr>
          <p:cNvPr id="231" name="Google Shape;231;p37"/>
          <p:cNvSpPr txBox="1"/>
          <p:nvPr/>
        </p:nvSpPr>
        <p:spPr>
          <a:xfrm>
            <a:off x="1666875" y="42669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developer.nvidia.com</a:t>
            </a:r>
            <a:endParaRPr/>
          </a:p>
        </p:txBody>
      </p:sp>
      <p:pic>
        <p:nvPicPr>
          <p:cNvPr descr="image.png" id="232" name="Google Shape;232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125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7"/>
          <p:cNvSpPr txBox="1"/>
          <p:nvPr/>
        </p:nvSpPr>
        <p:spPr>
          <a:xfrm>
            <a:off x="1666875" y="48059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https://d2908q01vomqb2.cloudfront.net/22d200f8670dbdb3e253a90eee5098477c95c23d/2023/04/04/img2_2-1024x513.png</a:t>
            </a:r>
            <a:endParaRPr/>
          </a:p>
        </p:txBody>
      </p:sp>
      <p:sp>
        <p:nvSpPr>
          <p:cNvPr id="234" name="Google Shape;234;p37"/>
          <p:cNvSpPr txBox="1"/>
          <p:nvPr/>
        </p:nvSpPr>
        <p:spPr>
          <a:xfrm>
            <a:off x="1666875" y="50516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descr="image.png" id="235" name="Google Shape;235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5972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7"/>
          <p:cNvSpPr txBox="1"/>
          <p:nvPr/>
        </p:nvSpPr>
        <p:spPr>
          <a:xfrm>
            <a:off x="1666875" y="559072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https://d2908q01vomqb2.cloudfront.net/fc074d501302eb2b93e2554793fcaf50b3bf7291/2024/11/08/fig1-insurance-disaster-recovery-1024x534.png</a:t>
            </a:r>
            <a:endParaRPr/>
          </a:p>
        </p:txBody>
      </p:sp>
      <p:sp>
        <p:nvSpPr>
          <p:cNvPr id="237" name="Google Shape;237;p37"/>
          <p:cNvSpPr txBox="1"/>
          <p:nvPr/>
        </p:nvSpPr>
        <p:spPr>
          <a:xfrm>
            <a:off x="1666875" y="583644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sp>
        <p:nvSpPr>
          <p:cNvPr id="238" name="Google Shape;238;p3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34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8"/>
          <p:cNvSpPr txBox="1"/>
          <p:nvPr/>
        </p:nvSpPr>
        <p:spPr>
          <a:xfrm>
            <a:off x="1666875" y="1666875"/>
            <a:ext cx="99537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https://www.frontiersin.org/files/Articles/1188304/xml-images/fpubh-11-1188304-g001.webp</a:t>
            </a:r>
            <a:endParaRPr/>
          </a:p>
        </p:txBody>
      </p:sp>
      <p:sp>
        <p:nvSpPr>
          <p:cNvPr id="246" name="Google Shape;246;p38"/>
          <p:cNvSpPr txBox="1"/>
          <p:nvPr/>
        </p:nvSpPr>
        <p:spPr>
          <a:xfrm>
            <a:off x="1666875" y="1912590"/>
            <a:ext cx="99537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www.frontiersin.org</a:t>
            </a:r>
            <a:endParaRPr/>
          </a:p>
        </p:txBody>
      </p:sp>
      <p:sp>
        <p:nvSpPr>
          <p:cNvPr id="247" name="Google Shape;247;p38"/>
          <p:cNvSpPr txBox="1"/>
          <p:nvPr/>
        </p:nvSpPr>
        <p:spPr>
          <a:xfrm>
            <a:off x="571500" y="571500"/>
            <a:ext cx="11601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